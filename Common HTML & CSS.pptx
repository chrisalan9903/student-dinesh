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7fb7c8d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7fb7c8d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7fb7c8d6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7fb7c8d6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fb7c8d6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fb7c8d6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7fb7c8d6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7fb7c8d6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fb7c8d6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fb7c8d6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7fb7c8d6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7fb7c8d6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7fb7c8d6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7fb7c8d6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7fb7c8d6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7fb7c8d6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7fb7c8d6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7fb7c8d6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-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HTML tag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861075" y="608000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page structure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" y="1237213"/>
            <a:ext cx="3083624" cy="24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5OVuNAiNd86WyydaHbxaHps-y3anyWji7ZcM7-17AO5Pc-RL2-9mXdz2mtkAyqgWVHLcBNVg5Ak8BOmQ4EDUenBSJe9WdoT8APm_8Cz-1AmjBM8KT9EE6CgQMup7glAVkG2l3V8c2RBiUKn6j1zDOxdYiZtjeleCgA6OZKi3phSESQ_Ktefy8X4u70tT0Kn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150" y="1181375"/>
            <a:ext cx="3364001" cy="2523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972775" y="3854650"/>
            <a:ext cx="4752900" cy="1262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&lt;header&gt;&lt;/header&gt;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&lt;nav&gt;</a:t>
            </a:r>
            <a:r>
              <a:rPr lang="en-GB">
                <a:solidFill>
                  <a:schemeClr val="dk2"/>
                </a:solidFill>
              </a:rPr>
              <a:t>&lt;/nav&gt;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&lt;main&gt;&lt;/main&gt;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&lt;footer&gt;&lt;/footer&gt;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&lt;div&gt;&lt;/div&gt; (universal box)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HTML tag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text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5" name="Google Shape;65;p14" title="6rwjbHX_QTrZzNa0COPpEfujKoPAhk1VpEiUKJYxK1rYNGJ9jNRlBxi3W4TWARr9uZ_EEk9WC5DI0B_KdgecCXN602cvrFOfnEw5oYw1zg1_ipxmZUnPS3NhauTIo_8MD4lDCPWXfcWdfR6Z9IuZ5gGeXxUuhfH57-_2OaG--4YEfps77zl204FCpnsrAMl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00" y="1071950"/>
            <a:ext cx="3390675" cy="21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sCupODUHB41zO1uybbbzTAZWycooVkTq8S74GdZQD_KrzZaOM20--bXqw-1HwXc3wkYfpvxyIC9d45G0QxgNoEcaVVQ_mmnEtmqBQKYGKr02_F-mrHcQ_nqJ8L0U9njcrcimnu0VQDHWhMVU2-3ZcRvvpYzk3uw9v0LvzrdDaa1lX7CXxqtaLr7joHBFtKoJ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550" y="1038475"/>
            <a:ext cx="4083176" cy="226614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952425" y="3722400"/>
            <a:ext cx="4664700" cy="104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&lt;h1&gt;&lt;/h1&gt; (up to h6,going smaller)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&lt;p&gt;&lt;/p&gt; 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&lt;span&gt;&lt;/span&gt;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&lt;strong&gt;&lt;/strong&gt;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HTML tag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links and media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952425" y="3722400"/>
            <a:ext cx="4664700" cy="104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&lt;a&gt;&lt;/a&gt;  (for links)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&lt;img/&gt;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&lt;video&gt;&lt;/video&gt;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5" name="Google Shape;75;p15" title="8YH0mQinYp320djKps4o7Y85rwTO-B6xmmxEuLWDqrq0NwemKB2qWF_bCFfYQ5PBOsJxmsz2rzPtXJl5deWtEoN4gJmG4fX7gc4WeHeZ0XaoZxBobpGXU31dKB1bzaNkLmud8XP6n4ONTAkf606zIK0Y6971ODaHfGOB8bYtGVIW6YggLIiQUxlpxh6efx9V.jpg"/>
          <p:cNvPicPr preferRelativeResize="0"/>
          <p:nvPr/>
        </p:nvPicPr>
        <p:blipFill rotWithShape="1">
          <a:blip r:embed="rId3">
            <a:alphaModFix/>
          </a:blip>
          <a:srcRect b="0" l="0" r="0" t="64214"/>
          <a:stretch/>
        </p:blipFill>
        <p:spPr>
          <a:xfrm>
            <a:off x="497275" y="1020575"/>
            <a:ext cx="4726426" cy="197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INDqaLCzMjTWtz2aEkdKGYxBTS8oS6by_D41mGJ-vt9FfM48t7h9GWHJZmELAGdSwft3vG3YKYhnKd3IizYOVvTs7wEVJgPKMdtNmYZhPcXYyyE8O51NAPBU1vMeAFtE3vVzRbNK1NyZ6eDC4-bq9JYdE9atrahuUou90FPSMp5_SfwCRTiDI4dDzN2r7ot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475" y="883700"/>
            <a:ext cx="2958574" cy="264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HTML tag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form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952425" y="3722400"/>
            <a:ext cx="6040500" cy="104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&lt;form&gt;&lt;/form&gt;  (opening tag for forms)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&lt;input/&gt; (there are alot of types, refer to google for it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&lt;label&gt;&lt;/label&gt;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4" name="Google Shape;84;p16" title="zDWkoidgwCMpIpY-SIp4JJshjfhhhgaNw-W_5Hl9fBafFzXTz08uI6B2uD1WjloEjnZhmmkERvh1ZU0kRUJTRFk2l1tawhpqC_w9LemBY4naJtoEYG3MCfQLFeZMTDY8ckRoicdmnP8ckq_tue69RTLuH-fwZ792T_iAVmEvXO5KkCSCYOYL7qHlEUKTgP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50" y="961725"/>
            <a:ext cx="2876825" cy="23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9743" l="4921" r="6411" t="11561"/>
          <a:stretch/>
        </p:blipFill>
        <p:spPr>
          <a:xfrm>
            <a:off x="3502825" y="961725"/>
            <a:ext cx="4825025" cy="23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CSS properties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layout (Most important)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518475" y="961725"/>
            <a:ext cx="2500800" cy="2124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display: flex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display: grid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justify-content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align-items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Gap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Flexbox is mostly used for controlling a webpage layout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150" y="1017200"/>
            <a:ext cx="2544159" cy="36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575" y="961725"/>
            <a:ext cx="2583351" cy="36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CSS properties</a:t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box model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137075" y="3180100"/>
            <a:ext cx="2916000" cy="190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margin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padding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width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height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Box-sizing: border-box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These apply to all HTML tag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75" y="961725"/>
            <a:ext cx="3218450" cy="22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 title="DRpGM3XJ6fkzUxD0yNuecAiOVoinrQSZXJRRXzTl3gP5_21ZJzMTqnAYdBTIqi7CyyqOhMf7KNy-YwLJsOD1qzWaIiPayZUCtnWnCEZycGEAk2Al5zIaGn98sLDlaEDJIKMHt7ZXy1pZp7EK5WNPyuAp5vBX6jSWQOTZWpSan3w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8775" y="997263"/>
            <a:ext cx="2714076" cy="214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CSS properties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text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5501950" y="3180100"/>
            <a:ext cx="3551100" cy="169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font-size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Font-weight  (thickness of text)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font-family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color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text-align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color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1" name="Google Shape;111;p19" title="55pnbPXM-0elD5GQt2UwbwViFCOG7hjASqLvTZCyzbqjSq2w4LQl86BQYyfiFAUOv-0da1P_81xt85mrvqSV9BjDlsyrTr0ST8sd8AW4x0W2py5d06gqS0KVahL5WVomSuSHM10DvbOnzcl67wVOmRFvUpeDnhOsNFuEM5mdMVTlmVYY_jsu_saoyAcEAlZ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325" y="922900"/>
            <a:ext cx="2825902" cy="211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14125"/>
            <a:ext cx="5169300" cy="38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CSS properties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background and colors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784500" y="3735775"/>
            <a:ext cx="6207600" cy="1262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Color (for text, commonly mistaken for background-color)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Background-color 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background-image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background-size: cover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0" name="Google Shape;120;p20" title="NlnQzTuKqGym4nw7ywG0XPfWobtJ8g7Erk1XyYnPpCvHqq9Oj2MoT3CJW0ESBzPV2UO1NcPVuTqOddhiSksoG784D2hyN4pnkLBk1_EPLSNr6T1N8eehIe902SliM589tyylIvm5e84qXC_l15NoJrUwUyuCHRS_nQcGTYUe8o0V1bpjyNzSRJ6zfTG3-FD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75" y="1175125"/>
            <a:ext cx="3750249" cy="25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 title="tuYMEneHRRP3ve2cFbbl--RgnTTJrTjrdaP9h7fZd3y-xKmx1r_yxJIXWPrbKo8vhyYRkejYnWUrkaUH-tC_923DyLYO_aGNOyLWAuGVgIik2J2mHvAONHT5sh3jv2EHxc5TaVQt225avh00oSrXHdO0m8hst-jZndEoX2u2BbsfoDoZ8ugj1J4XrI2p_RXQ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650" y="1175125"/>
            <a:ext cx="3634094" cy="225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idx="1" type="subTitle"/>
          </p:nvPr>
        </p:nvSpPr>
        <p:spPr>
          <a:xfrm>
            <a:off x="311700" y="-2"/>
            <a:ext cx="85206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 used CSS properties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816150" y="500025"/>
            <a:ext cx="75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borders &amp; effects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2784500" y="3735775"/>
            <a:ext cx="6207600" cy="1262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border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border-radius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box-shadow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-GB">
                <a:solidFill>
                  <a:schemeClr val="dk2"/>
                </a:solidFill>
              </a:rPr>
              <a:t>t</a:t>
            </a:r>
            <a:r>
              <a:rPr lang="en-GB">
                <a:solidFill>
                  <a:schemeClr val="dk2"/>
                </a:solidFill>
              </a:rPr>
              <a:t>ransition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9" name="Google Shape;129;p21" title="zKDN2SYinTk4eAQc-_MSaNx8lHtfNMpx6kW2F9AlYpMq5AkCQXzB_JTIYsXy0G4P-maEAxmG_dIJA-dhHiTdwCi6PYyUD-u4xRpNkcphSa929avu_vWqvj0mnKV-9kmmLhtylRbtuXVlUApi4T3yqs_CEPoSQv5-5XN59oC1w816SBJl4bnDP31JiZXiMkO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125"/>
            <a:ext cx="4389778" cy="24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 title="f0hUJuGm3lHdshiXhjKhUhjso5FoTxlfmrlm3Z2PfJySVxHm9YUI4ftfIq2IjZhVFKkZ95x4mobJ2zXaPuY2Ez-oCczC6T4MRTaTJ3rHP4V0ARujGW9KqmLo4tPx0a-f1LwTAdZ7V13LaDEfDY8xrWAF0tQUNGBi5cbolZgYZC3dV7Kbw07M9nh73bsP85S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578" y="1114125"/>
            <a:ext cx="3950800" cy="24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